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E8C1"/>
                </a:solidFill>
              </a:defRPr>
            </a:pPr>
            <a:r>
              <a:t>🏆 AMIHACKS 1.0 HACKATHON PITCH</a:t>
            </a:r>
          </a:p>
          <a:p>
            <a:pPr>
              <a:defRPr sz="4000" b="1">
                <a:solidFill>
                  <a:srgbClr val="FDFBF7"/>
                </a:solidFill>
              </a:defRPr>
            </a:pPr>
            <a:r>
              <a:t>PlateRelay: "Surplus-to-Shelter"</a:t>
            </a:r>
          </a:p>
          <a:p>
            <a:pPr>
              <a:defRPr sz="2800" b="1">
                <a:solidFill>
                  <a:srgbClr val="F4E8C1"/>
                </a:solidFill>
              </a:defRPr>
            </a:pPr>
            <a:r>
              <a:t>Real-Time Food Rescue Routing Platform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Eliminating urban food waste via real-time 3-stage perishability cascade, automated NGO matching engine, and dual-OTP chain-of-custody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3-Stage Cascade Engine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Commercial -&gt; Share -&gt; 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78 / 100 Match Score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Dynamic Weighted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Dual-OTP Security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#4821 Pickup | #9374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Dual DB Architecture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SQLite + Mongo Atlas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🔴 PROBLEM STATEMENT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The Urban Food Paradox: Waste vs. Hunger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2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🚮 67 Million Tons Wasted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India loses ₹92,000 Crores worth of edible food annually. Commercial kitchens, hostels, weddings, and bakeries throw away edible surplus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⏳ Perishability Clock Barrier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Cooked meals spoil within 2–4 hours. Traditional phone-call networks to NGOs fail because food expires before volunteers can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🚫 Lack of Smart Logistics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Zero real-time unified platforms exist to route surplus food dynamically between cost-conscious buyers, community members, and shelters.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💡 PROPOSED SOLUTION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PlateRelay: Real-Time 3-Stage Cascade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3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STAGE 1: RESCUE DEAL (50-70% OFF) 🏷️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Commercial resale window allowing food businesses to recover preparation costs while food is super 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STAGE 2: FREE SHARE FEED 🌱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Zero-cost community sharing feed activated automatically as safe consumption time window decreases.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STAGE 3: NGO BULK RESCUE 🤝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Automated direct routing to verified shelters &amp; langars for bulk quantities (≥ 15 portions) or near cutoff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4E8C1"/>
                </a:solidFill>
              </a:defRPr>
            </a:pPr>
            <a:r>
              <a:t>⏱️ Safety Countdown Clock Ring: Displays live safe-for timer (e.g., 3h 45m) ensuring zero spoiled food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✨ KEY FEATURES &amp; INNOVATION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Intelligent Modules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4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🧠 Automated Weighted NGO Matcher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Calculates dynamic match scores (78/100) using Distance (40%) + Capacity Fit (25%) + Urgency (20%) + Preference (15%).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📷 Smart Dish Photo Matcher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Auto-detects dish titles (Momos, Paneer, Biryani, Chole Bhature, Gulab Jamun, Dal Makhani) with direct device photo upload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🔒 Dual-OTP Handoff Security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Pickup OTP (#4821) and Delivery OTP (#9374) verify volunteer runner chain-of-custody to eliminate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🗺️ OpenStreetMap Integration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Live interactive map with custom Leaflet markers for Temples, Langars, and Verified Community Shelters.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🏗️ SYSTEM ARCHITECTURE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Architecture &amp; Tech Stack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5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E8C1"/>
                </a:solidFill>
              </a:defRPr>
            </a:pPr>
            <a:r>
              <a:t>[ Donor Form Input (React) ] ──► [ Express REST API (Port 5001) ] ──► [ Perishability Engine ]</a:t>
            </a:r>
            <a:br/>
            <a:r>
              <a:t>                                                     │</a:t>
            </a:r>
            <a:br/>
            <a:r>
              <a:t>                                                     ▼</a:t>
            </a:r>
            <a:br/>
            <a:r>
              <a:t>                                      ┌──────────────────────────┐</a:t>
            </a:r>
            <a:br/>
            <a:r>
              <a:t>                                      │ Dual-Database Architecture│</a:t>
            </a:r>
            <a:br/>
            <a:r>
              <a:t>                                      │ • SQLite (database.db)   │</a:t>
            </a:r>
            <a:br/>
            <a:r>
              <a:t>                                      │ • Mongo Atlas Cloud Sync │</a:t>
            </a:r>
            <a:br/>
            <a:r>
              <a:t>                                      └──────────────────────────┘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Frontend Layer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React.js, Vite, Tailwind CSS, Lucide Icons, Leaflet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Backend &amp; Engine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Node.js, Express API, Haversine Distance, Weighted Matcher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Database &amp; Storage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SQLite (Zero-setup local) + MongoDB Atlas Cloud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📸 DEMO SCREENSHOTS &amp; GALLERY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Live Platform Workflows &amp; Exact Dish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6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1. Dal Makhani Rescue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Exact uploaded Dal Makhani photo with cream swirl &amp; butter.</a:t>
            </a:r>
          </a:p>
        </p:txBody>
      </p:sp>
      <p:pic>
        <p:nvPicPr>
          <p:cNvPr id="6" name="Picture 5" descr="dal_makh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301752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2. Chole Bhature Rescue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Fluffy bhaturas &amp; paneer chole matched automatically.</a:t>
            </a:r>
          </a:p>
        </p:txBody>
      </p:sp>
      <p:pic>
        <p:nvPicPr>
          <p:cNvPr id="8" name="Picture 7" descr="chole_bh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194560"/>
            <a:ext cx="3017520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3. Gulab Jamun &amp; Sweets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Authentic sweet syrup Gulab Jamun with instant donor handoff.</a:t>
            </a:r>
          </a:p>
        </p:txBody>
      </p:sp>
      <p:pic>
        <p:nvPicPr>
          <p:cNvPr id="10" name="Picture 9" descr="gulab_jam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194560"/>
            <a:ext cx="30175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📊 TECHNICAL IMPLEMENTATION &amp; IMPACT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Simulated Clock &amp; Environmental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7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⏱️ Demo Clock Acceleration Simulator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Built-in simulated time controller allowing hackathon judges to fast-forward hours in real-time and watch listings transition dynamically across Stage 1 → Stage 2 → Stage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🌱 Environmental CO₂e Impact Formula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CO₂e Saved (kg) = Rescued Food Weight (kg) × 2.5</a:t>
            </a:r>
            <a:br/>
            <a:br/>
            <a:r>
              <a:t>Converts every saved meal into live carbon footprint reduction displayed on the Impact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🔮 FUTURE SCOPE &amp; ROADMAP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Scaling PlateRelay Pan-India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8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🤖 AI Demand Forecasting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Predicting mess &amp; restaurant surplus quantities before cooking starts using historical consumption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🧊 IoT Smart Lockers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Temperature-controlled smart lockers at pickup spots for 24/7 volunteer pickup without donor waiting.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🏢 Municipal &amp; FSSAI Scaling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Partnering with FSSAI (Save Food Share Food) and 50+ municipal corporations for nationwide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